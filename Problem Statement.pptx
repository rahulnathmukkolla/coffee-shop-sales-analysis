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8"/>
  </p:normalViewPr>
  <p:slideViewPr>
    <p:cSldViewPr snapToGrid="0">
      <p:cViewPr varScale="1">
        <p:scale>
          <a:sx n="112" d="100"/>
          <a:sy n="112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F481-66C1-451A-36D1-EFC43D9BD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57EE9-F9BE-8C36-113F-AE01DE3E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D12D1-7FA4-39EA-84CC-70353965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EC0D7-E24B-9614-E823-C0158AD5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53ABB-1B84-A616-F59F-69467A24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2207-BCCC-66D6-D104-416BDD41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B112E-18FE-E244-B63D-7CB82533A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32CB-C460-639F-02DB-2EFAB1175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BEFC0-CBAE-8E6B-AE74-1E04FC46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EC9D2-21C0-1198-7CD4-AD3301EC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99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735A-A298-FB36-BF26-D088E882D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131C4-C576-8826-C7F6-8B0F87CC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0B6A1-23E2-87A7-1CF6-536CF4BC7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61BBD-CAE1-5670-FCCF-788D8342F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357A9-F399-E669-ADDF-AE8F7CB7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2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B017-5BD3-5823-471A-128A3551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0F88B-0BFF-E695-BCBF-817FCB7D9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93699-D306-41B4-C947-10511C257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783BE-E170-3CFA-4FF8-5642CEE9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74C24-E124-DE7F-753D-F76439AD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6CA3C-380A-3CE3-C111-7B5BAF94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65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B9E6-4D2F-3B2E-22BB-FAF0B3AE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41F8E-C7B1-2994-92BD-040352C37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80182-831A-1B71-0769-45B09C6D3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4E2CB8-7E81-13CA-52DE-303338071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9BC6B-0230-FC25-A9E7-5ACAC07A5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843EBB-7E66-8BA7-0FA8-3715F61B4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8D2288-6238-0D70-2A2F-A47D46C5E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CEB6F-5A96-26AD-97A1-BE1534ED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3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80975-B2D4-9139-8D69-4936C98A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2E5A1-6EB5-330C-138E-BA593488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9E4C8-5F7A-5129-49DB-98D46BCC4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55018-EB09-86AE-D155-E920A654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6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FE87C-94B1-1E7A-48BF-5DA5BB2F6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2FF00-DBF9-3EEB-248C-8FFB14E9C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DEBF8-63DE-CC01-F1B3-0814F5D6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1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FD7C-B8BA-9C15-1248-976A81380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8999-0858-D11F-5694-6E3003A5E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377D6-7B52-3C74-2073-804CDC91A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81FBA-E526-166C-387E-45C2D9F2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6D71D-FCA4-59E6-EC23-12F51C33D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9480D-D8F8-8160-5A58-536C8273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1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198BD-F3BC-0F35-E738-6D03AFB23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4CB96-33BA-F74B-B0BA-CD34067A0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6FAD4-F20A-62EF-0F4E-C4354FDD2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C19C5-E11C-B73C-EF2A-2D2AD488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95C12-9FA0-9875-5435-C2DE7D082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4C214-5EF1-57BF-55DD-EB1181288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9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E001-056F-7B36-BB58-3698F2ADF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7D13F-4F87-EA0B-149C-A303F65C7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BEF17-44FC-01D2-0EB4-2C5219A2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1E7B7-2350-50F7-3905-9C9CDE8B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7BC48-E137-A87B-1A71-3D7CF577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9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7C39D-8D91-C158-29EE-20E23BF67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C3049-E479-5519-4317-1746EE378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D7DE3-65DA-389E-BCDA-D7099B84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11CB-9CDD-2D05-60FE-323D4D7C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71656-E9A7-5979-485C-D4EE4507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8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0FF3A-99B1-1CC8-4FF4-43ABCEB74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AFD04-FE80-7517-78E7-B0C00F93B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E77D8-2271-69AE-BC4F-991208C5C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3DB66-C4EA-B844-8F10-2A8E2810B9A5}" type="datetimeFigureOut">
              <a:rPr lang="en-US" smtClean="0"/>
              <a:t>6/14/25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6F72F-67D5-1774-F32B-C661C6220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E4E41-D9F2-7EBB-E978-2CECCFC84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582E3-D834-574F-AA42-15F7C1901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08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Coffee Beans">
            <a:extLst>
              <a:ext uri="{FF2B5EF4-FFF2-40B4-BE49-F238E27FC236}">
                <a16:creationId xmlns:a16="http://schemas.microsoft.com/office/drawing/2014/main" id="{792FA88B-8151-83C6-4A59-8100F6A8B2E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3A1B9-E09A-C8F3-B72D-B34760E8E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Coffee Shop Sales Dashboard</a:t>
            </a:r>
            <a:br>
              <a:rPr lang="en-US" sz="5200" dirty="0">
                <a:solidFill>
                  <a:srgbClr val="FFFFFF"/>
                </a:solidFill>
              </a:rPr>
            </a:br>
            <a:endParaRPr lang="en-US" sz="5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A79A4-9FCA-7211-C17C-4687401F7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Tools used :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FFFFFF"/>
                </a:solidFill>
              </a:rPr>
              <a:t>Power BI for Visualizations</a:t>
            </a:r>
          </a:p>
          <a:p>
            <a:pPr marL="342900" indent="-342900">
              <a:buFontTx/>
              <a:buChar char="-"/>
            </a:pPr>
            <a:r>
              <a:rPr lang="en-US" dirty="0">
                <a:solidFill>
                  <a:srgbClr val="FFFFFF"/>
                </a:solidFill>
              </a:rPr>
              <a:t>Excel for Data Cleaning</a:t>
            </a:r>
          </a:p>
          <a:p>
            <a:pPr marL="342900" indent="-342900">
              <a:buFontTx/>
              <a:buChar char="-"/>
            </a:pPr>
            <a:r>
              <a:rPr lang="en-US" dirty="0" err="1">
                <a:solidFill>
                  <a:srgbClr val="FFFFFF"/>
                </a:solidFill>
              </a:rPr>
              <a:t>SQl</a:t>
            </a:r>
            <a:r>
              <a:rPr lang="en-US" dirty="0">
                <a:solidFill>
                  <a:srgbClr val="FFFFFF"/>
                </a:solidFill>
              </a:rPr>
              <a:t> for Querying </a:t>
            </a:r>
            <a:br>
              <a:rPr lang="en-US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96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BB02B8-F52C-32EF-552D-91BB91279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6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42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6C1F80-8C90-F38D-F47A-9CA37571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31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13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EF01-2E8A-957B-FACB-FD8B71E23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– KPI’s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39ADB-BFB2-E16F-AF6A-50BDE7193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1. Total Sales Analysis:</a:t>
            </a:r>
          </a:p>
          <a:p>
            <a:r>
              <a:rPr lang="en-US" dirty="0"/>
              <a:t>Calculate the total sales for each respective month.</a:t>
            </a:r>
          </a:p>
          <a:p>
            <a:r>
              <a:rPr lang="en-US" dirty="0"/>
              <a:t>Determine the month-on-month increase or decrease in sales.</a:t>
            </a:r>
          </a:p>
          <a:p>
            <a:r>
              <a:rPr lang="en-US" dirty="0"/>
              <a:t>Calculate the difference in sales between the selected month and the previous month.</a:t>
            </a:r>
          </a:p>
          <a:p>
            <a:pPr marL="0" indent="0">
              <a:buNone/>
            </a:pPr>
            <a:r>
              <a:rPr lang="en-US" b="1" dirty="0"/>
              <a:t>2. Total Orders Analysis:</a:t>
            </a:r>
          </a:p>
          <a:p>
            <a:r>
              <a:rPr lang="en-US" dirty="0"/>
              <a:t>Calculate the total number of orders for each respective month.</a:t>
            </a:r>
          </a:p>
          <a:p>
            <a:r>
              <a:rPr lang="en-US" dirty="0"/>
              <a:t>Determine the month-on-month increase or decrease in the number of orders.</a:t>
            </a:r>
          </a:p>
          <a:p>
            <a:r>
              <a:rPr lang="en-US" dirty="0"/>
              <a:t>Calculate the difference in the number of orders between the selected month and the previous month.</a:t>
            </a:r>
          </a:p>
          <a:p>
            <a:pPr marL="0" indent="0">
              <a:buNone/>
            </a:pPr>
            <a:r>
              <a:rPr lang="en-US" b="1" dirty="0"/>
              <a:t>3. Total Quantity Sold Analysis:</a:t>
            </a:r>
          </a:p>
          <a:p>
            <a:r>
              <a:rPr lang="en-US" dirty="0"/>
              <a:t>Calculate the total quantity sold for each respective month.</a:t>
            </a:r>
          </a:p>
          <a:p>
            <a:r>
              <a:rPr lang="en-US" dirty="0"/>
              <a:t>Determine the month-on-month increase or decrease in the total quantity sold.</a:t>
            </a:r>
          </a:p>
          <a:p>
            <a:r>
              <a:rPr lang="en-US" dirty="0"/>
              <a:t>Calculate the difference in the total quantity sold between the selected month and the previous month.</a:t>
            </a:r>
          </a:p>
        </p:txBody>
      </p:sp>
    </p:spTree>
    <p:extLst>
      <p:ext uri="{BB962C8B-B14F-4D97-AF65-F5344CB8AC3E}">
        <p14:creationId xmlns:p14="http://schemas.microsoft.com/office/powerpoint/2010/main" val="2520651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DA6F-46C4-4428-76C3-2B999815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– Charts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B0CA2-8BF5-0CF3-11EA-DC264F141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1. Calendar Heat Map:</a:t>
            </a:r>
          </a:p>
          <a:p>
            <a:r>
              <a:rPr lang="en-US" dirty="0"/>
              <a:t>Implement a calendar heat map that dynamically adjusts based on the selected month from a slicer.</a:t>
            </a:r>
          </a:p>
          <a:p>
            <a:r>
              <a:rPr lang="en-US" dirty="0"/>
              <a:t>Each day on the calendar will be color-coded to represent sales volume, with darker shades indicating higher sales.</a:t>
            </a:r>
          </a:p>
          <a:p>
            <a:r>
              <a:rPr lang="en-US" dirty="0"/>
              <a:t>Implement tooltips to display detailed metrics (Sales, Orders, Quantity) when hovering over a specific day.</a:t>
            </a:r>
          </a:p>
          <a:p>
            <a:pPr marL="0" indent="0">
              <a:buNone/>
            </a:pPr>
            <a:r>
              <a:rPr lang="en-US" b="1" dirty="0"/>
              <a:t>2. Sales Analysis by Weekdays and Weekends:</a:t>
            </a:r>
          </a:p>
          <a:p>
            <a:r>
              <a:rPr lang="en-US" dirty="0"/>
              <a:t>Segment sales data into weekdays and weekends to analyze performance variations.</a:t>
            </a:r>
          </a:p>
          <a:p>
            <a:r>
              <a:rPr lang="en-US" dirty="0"/>
              <a:t>Provide insights into whether sales patterns differ significantly between weekdays and weekends.</a:t>
            </a:r>
          </a:p>
          <a:p>
            <a:pPr marL="0" indent="0">
              <a:buNone/>
            </a:pPr>
            <a:r>
              <a:rPr lang="en-US" b="1" dirty="0"/>
              <a:t>3. Sales Analysis by Store Location:</a:t>
            </a:r>
          </a:p>
          <a:p>
            <a:r>
              <a:rPr lang="en-US" dirty="0"/>
              <a:t>Visualize sales data by different store locations.</a:t>
            </a:r>
          </a:p>
          <a:p>
            <a:r>
              <a:rPr lang="en-US" dirty="0"/>
              <a:t>Include month-over-month (MoM) difference metrics based on the selected month in the slicer.</a:t>
            </a:r>
          </a:p>
          <a:p>
            <a:r>
              <a:rPr lang="en-US" dirty="0"/>
              <a:t>Highlight MoM sales increase or decrease for each store location to identify trends.</a:t>
            </a:r>
          </a:p>
        </p:txBody>
      </p:sp>
    </p:spTree>
    <p:extLst>
      <p:ext uri="{BB962C8B-B14F-4D97-AF65-F5344CB8AC3E}">
        <p14:creationId xmlns:p14="http://schemas.microsoft.com/office/powerpoint/2010/main" val="691090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4DC33-1B89-0608-8B4B-50319AFC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– Charts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6349F-1D27-A136-1A1A-30DD5BF40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4. Daily Sales Analysis with Average Line:</a:t>
            </a:r>
          </a:p>
          <a:p>
            <a:r>
              <a:rPr lang="en-US" dirty="0"/>
              <a:t>Display daily sales for the selected month with a line chart.</a:t>
            </a:r>
          </a:p>
          <a:p>
            <a:r>
              <a:rPr lang="en-US" dirty="0"/>
              <a:t>Incorporate an average line on the chart to represent the average daily sales.</a:t>
            </a:r>
          </a:p>
          <a:p>
            <a:r>
              <a:rPr lang="en-US" dirty="0"/>
              <a:t>Highlight bars exceeding or falling below the average sales to identify exceptional sales days.</a:t>
            </a:r>
          </a:p>
          <a:p>
            <a:pPr marL="0" indent="0">
              <a:buNone/>
            </a:pPr>
            <a:r>
              <a:rPr lang="en-US" b="1" dirty="0"/>
              <a:t>5. Sales Analysis by Product Category:</a:t>
            </a:r>
          </a:p>
          <a:p>
            <a:r>
              <a:rPr lang="en-US" dirty="0"/>
              <a:t>Analyze sales performance across different product categories.</a:t>
            </a:r>
          </a:p>
          <a:p>
            <a:r>
              <a:rPr lang="en-US" dirty="0"/>
              <a:t>Provide insights into which product categories contribute the most to overall sales.</a:t>
            </a:r>
          </a:p>
          <a:p>
            <a:pPr marL="0" indent="0">
              <a:buNone/>
            </a:pPr>
            <a:r>
              <a:rPr lang="en-US" b="1" dirty="0"/>
              <a:t>6. Top 10 Products by Sales:</a:t>
            </a:r>
          </a:p>
          <a:p>
            <a:r>
              <a:rPr lang="en-US" dirty="0"/>
              <a:t>Identify and display the top 10 products based on sales volume.</a:t>
            </a:r>
          </a:p>
          <a:p>
            <a:r>
              <a:rPr lang="en-US" dirty="0"/>
              <a:t>Allow users to quickly visualize the best-performing products in terms of sales.</a:t>
            </a:r>
          </a:p>
          <a:p>
            <a:pPr marL="0" indent="0">
              <a:buNone/>
            </a:pPr>
            <a:r>
              <a:rPr lang="en-US" b="1" dirty="0"/>
              <a:t>7. Sales Analysis by Days and Hours:</a:t>
            </a:r>
          </a:p>
          <a:p>
            <a:r>
              <a:rPr lang="en-US" dirty="0"/>
              <a:t>Utilize a heat map to visualize sales patterns by days and hours.</a:t>
            </a:r>
          </a:p>
          <a:p>
            <a:r>
              <a:rPr lang="en-US" dirty="0"/>
              <a:t>Implement tooltips to display detailed metrics (Sales, Orders, Quantity) when hovering over a specific day-hour.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19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462</Words>
  <Application>Microsoft Macintosh PowerPoint</Application>
  <PresentationFormat>Widescreen</PresentationFormat>
  <Paragraphs>44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Coffee Shop Sales Dashboard </vt:lpstr>
      <vt:lpstr>PowerPoint Presentation</vt:lpstr>
      <vt:lpstr>PowerPoint Presentation</vt:lpstr>
      <vt:lpstr>Problem Statement – KPI’s Requirement</vt:lpstr>
      <vt:lpstr>Problem Statement – Charts Requirements</vt:lpstr>
      <vt:lpstr>Problem Statement – Charts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Mukkolla, Rahulnath</dc:creator>
  <cp:lastModifiedBy>Mukkolla, Rahulnath</cp:lastModifiedBy>
  <cp:revision>1</cp:revision>
  <dcterms:created xsi:type="dcterms:W3CDTF">2025-06-15T03:13:32Z</dcterms:created>
  <dcterms:modified xsi:type="dcterms:W3CDTF">2025-06-15T03:29:53Z</dcterms:modified>
</cp:coreProperties>
</file>